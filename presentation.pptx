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Split, Hide, Restore:</a:t>
            </a:r>
            <a:br/>
            <a:r>
              <a:t>Multi-Party Reversible Hiding in Encrypted Binary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reproduction of Chen, Yu, Feng, Lu &amp; Cai (IEEE SPL, 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Single-hider ciphertext binary RDH is fragile.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Visual cryptography splits the image among parties.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Any single share reveals nothing.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data into a BINARY image (2 levels only).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Keep visual quality (few pixel flips).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Recover the exact original binary image.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Ni 2006 histogram shifting (grayscale).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Flippable-pixel / pattern binary RDH.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This paper: a high-capacity / multi-party binary scheme.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Split binary image into 2 random VC shares (lossless XOR).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reversibly on a share (block mapping).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Combine shares + invert -&gt; exact original.</a:t>
            </a:r>
          </a:p>
        </p:txBody>
      </p:sp>
      <p:pic>
        <p:nvPicPr>
          <p:cNvPr id="5" name="Picture 4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12828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Tile into blocks; map blocks to values.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Histogram-shift block values to embed.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Rebuild binary image.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Reverse -&gt; exact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Block -&gt; integer value in [0, 2^(s*s)).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Ni histogram shifting over block values.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Capacity = tallest block-value bins.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Structured binary images (document, line art, halftone, signature).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Auto-select block size; metrics: payload, flips, reversibility.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(2,2) VC lossless (0 error).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~0.25 bpp reversible embedding.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Exact recovery.</a:t>
            </a:r>
          </a:p>
        </p:txBody>
      </p:sp>
      <p:pic>
        <p:nvPicPr>
          <p:cNvPr id="5" name="Picture 4" descr="fig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269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Robust multi-party design.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Perfect share secrecy.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Multi-hider protocol represented by 1 share.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Structured images.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(k,n) not implemented.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(k,n) visual cryptography.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Independent multi-hider embedding.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Collusion resistance.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Reproduced reversible binary-image data hiding.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Confirmed high capacity and exact recovery on structured images.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Chen et al. Multi-Party Ciphertext Binary RDH. IEEE SPL 32, 2025.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Naor &amp; Shamir. Visual Cryptography. EUROCRYPT 1994.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Ni et al. RDH. IEEE TCSVT 16(3), 2006.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